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a21c96aa9b451d" /><Relationship Type="http://schemas.openxmlformats.org/officeDocument/2006/relationships/extended-properties" Target="/docProps/app.xml" Id="Rc27ba02316bc468f" /><Relationship Type="http://schemas.openxmlformats.org/officeDocument/2006/relationships/officeDocument" Target="/ppt/presentation.xml" Id="R9d8a248ab9ed4c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b927c88ebe4b2d"/>
  </p:sldMasterIdLst>
  <p:notesMasterIdLst>
    <p:notesMasterId xmlns:r="http://schemas.openxmlformats.org/officeDocument/2006/relationships" r:id="Rb21cd811ca414593"/>
  </p:notesMasterIdLst>
  <p:sldIdLst>
    <p:sldId xmlns:r="http://schemas.openxmlformats.org/officeDocument/2006/relationships" id="256" r:id="R2147c869f3b64173"/>
    <p:sldId xmlns:r="http://schemas.openxmlformats.org/officeDocument/2006/relationships" id="257" r:id="R87062c690f3a4e7a"/>
    <p:sldId xmlns:r="http://schemas.openxmlformats.org/officeDocument/2006/relationships" id="258" r:id="R34f7407171154a54"/>
    <p:sldId xmlns:r="http://schemas.openxmlformats.org/officeDocument/2006/relationships" id="259" r:id="R5f3dbc0106304248"/>
    <p:sldId xmlns:r="http://schemas.openxmlformats.org/officeDocument/2006/relationships" id="260" r:id="R5ed37a26be2a49e1"/>
    <p:sldId xmlns:r="http://schemas.openxmlformats.org/officeDocument/2006/relationships" id="261" r:id="Rd37e2b5429824eaf"/>
    <p:sldId xmlns:r="http://schemas.openxmlformats.org/officeDocument/2006/relationships" id="262" r:id="R90c2b3e2182846ff"/>
    <p:sldId xmlns:r="http://schemas.openxmlformats.org/officeDocument/2006/relationships" id="263" r:id="Rb36749d9eb694a81"/>
    <p:sldId xmlns:r="http://schemas.openxmlformats.org/officeDocument/2006/relationships" id="264" r:id="R3fde1eafee644b33"/>
    <p:sldId xmlns:r="http://schemas.openxmlformats.org/officeDocument/2006/relationships" id="265" r:id="R758385e122764468"/>
    <p:sldId xmlns:r="http://schemas.openxmlformats.org/officeDocument/2006/relationships" id="266" r:id="R5a847052e4444419"/>
    <p:sldId xmlns:r="http://schemas.openxmlformats.org/officeDocument/2006/relationships" id="267" r:id="R70a771534bf24738"/>
    <p:sldId xmlns:r="http://schemas.openxmlformats.org/officeDocument/2006/relationships" id="268" r:id="Rfaf4a472a8d94098"/>
    <p:sldId xmlns:r="http://schemas.openxmlformats.org/officeDocument/2006/relationships" id="269" r:id="R7f200913961f4c19"/>
    <p:sldId xmlns:r="http://schemas.openxmlformats.org/officeDocument/2006/relationships" id="270" r:id="Rd1127e33f32f464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5d30e9ab7f44d4" /><Relationship Type="http://schemas.openxmlformats.org/officeDocument/2006/relationships/slideMaster" Target="/ppt/slideMasters/slideMaster1.xml" Id="R22b927c88ebe4b2d" /><Relationship Type="http://schemas.openxmlformats.org/officeDocument/2006/relationships/notesMaster" Target="/ppt/notesMasters/notesMaster1.xml" Id="Rb21cd811ca414593" /><Relationship Type="http://schemas.openxmlformats.org/officeDocument/2006/relationships/presProps" Target="/ppt/presProps.xml" Id="R2afff17c7c3c4def" /><Relationship Type="http://schemas.openxmlformats.org/officeDocument/2006/relationships/viewProps" Target="/ppt/viewProps.xml" Id="R87461084c8d84b64" /><Relationship Type="http://schemas.openxmlformats.org/officeDocument/2006/relationships/tableStyles" Target="/ppt/tableStyles.xml" Id="R116cf67d522b436d" /><Relationship Type="http://schemas.openxmlformats.org/officeDocument/2006/relationships/slide" Target="/ppt/slides/slide1.xml" Id="R2147c869f3b64173" /><Relationship Type="http://schemas.openxmlformats.org/officeDocument/2006/relationships/slide" Target="/ppt/slides/slide2.xml" Id="R87062c690f3a4e7a" /><Relationship Type="http://schemas.openxmlformats.org/officeDocument/2006/relationships/slide" Target="/ppt/slides/slide3.xml" Id="R34f7407171154a54" /><Relationship Type="http://schemas.openxmlformats.org/officeDocument/2006/relationships/slide" Target="/ppt/slides/slide4.xml" Id="R5f3dbc0106304248" /><Relationship Type="http://schemas.openxmlformats.org/officeDocument/2006/relationships/slide" Target="/ppt/slides/slide5.xml" Id="R5ed37a26be2a49e1" /><Relationship Type="http://schemas.openxmlformats.org/officeDocument/2006/relationships/slide" Target="/ppt/slides/slide6.xml" Id="Rd37e2b5429824eaf" /><Relationship Type="http://schemas.openxmlformats.org/officeDocument/2006/relationships/slide" Target="/ppt/slides/slide7.xml" Id="R90c2b3e2182846ff" /><Relationship Type="http://schemas.openxmlformats.org/officeDocument/2006/relationships/slide" Target="/ppt/slides/slide8.xml" Id="Rb36749d9eb694a81" /><Relationship Type="http://schemas.openxmlformats.org/officeDocument/2006/relationships/slide" Target="/ppt/slides/slide9.xml" Id="R3fde1eafee644b33" /><Relationship Type="http://schemas.openxmlformats.org/officeDocument/2006/relationships/slide" Target="/ppt/slides/slide10.xml" Id="R758385e122764468" /><Relationship Type="http://schemas.openxmlformats.org/officeDocument/2006/relationships/slide" Target="/ppt/slides/slide11.xml" Id="R5a847052e4444419" /><Relationship Type="http://schemas.openxmlformats.org/officeDocument/2006/relationships/slide" Target="/ppt/slides/slide12.xml" Id="R70a771534bf24738" /><Relationship Type="http://schemas.openxmlformats.org/officeDocument/2006/relationships/slide" Target="/ppt/slides/slide13.xml" Id="Rfaf4a472a8d94098" /><Relationship Type="http://schemas.openxmlformats.org/officeDocument/2006/relationships/slide" Target="/ppt/slides/slide14.xml" Id="R7f200913961f4c19" /><Relationship Type="http://schemas.openxmlformats.org/officeDocument/2006/relationships/slide" Target="/ppt/slides/slide15.xml" Id="Rd1127e33f32f46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3a581284ef41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be790f02fa4a0c" /><Relationship Type="http://schemas.openxmlformats.org/officeDocument/2006/relationships/notesMaster" Target="/ppt/notesMasters/notesMaster1.xml" Id="R94da833fd5ac44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f0aea63c464176" /><Relationship Type="http://schemas.openxmlformats.org/officeDocument/2006/relationships/notesMaster" Target="/ppt/notesMasters/notesMaster1.xml" Id="R8c5374bcbf5e4d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e877b499414558" /><Relationship Type="http://schemas.openxmlformats.org/officeDocument/2006/relationships/notesMaster" Target="/ppt/notesMasters/notesMaster1.xml" Id="Rfb0f2406fe2944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56611274054f95" /><Relationship Type="http://schemas.openxmlformats.org/officeDocument/2006/relationships/notesMaster" Target="/ppt/notesMasters/notesMaster1.xml" Id="R11f243888a724f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f574871e2449cd" /><Relationship Type="http://schemas.openxmlformats.org/officeDocument/2006/relationships/notesMaster" Target="/ppt/notesMasters/notesMaster1.xml" Id="R9c4c47662be84e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dcdcbd1d2a4200" /><Relationship Type="http://schemas.openxmlformats.org/officeDocument/2006/relationships/notesMaster" Target="/ppt/notesMasters/notesMaster1.xml" Id="R5deab59662c741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dbcf7b9ebb4a67" /><Relationship Type="http://schemas.openxmlformats.org/officeDocument/2006/relationships/notesMaster" Target="/ppt/notesMasters/notesMaster1.xml" Id="Ra6fcd8414a5e40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e08a0b64ba42b7" /><Relationship Type="http://schemas.openxmlformats.org/officeDocument/2006/relationships/notesMaster" Target="/ppt/notesMasters/notesMaster1.xml" Id="Rf11f4ce432b44d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ee0febe28f4072" /><Relationship Type="http://schemas.openxmlformats.org/officeDocument/2006/relationships/notesMaster" Target="/ppt/notesMasters/notesMaster1.xml" Id="R475e5054c32a45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83cfcc1f6a49ce" /><Relationship Type="http://schemas.openxmlformats.org/officeDocument/2006/relationships/notesMaster" Target="/ppt/notesMasters/notesMaster1.xml" Id="R4a9153d901be45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a0d7736d94457d" /><Relationship Type="http://schemas.openxmlformats.org/officeDocument/2006/relationships/notesMaster" Target="/ppt/notesMasters/notesMaster1.xml" Id="R8fb9fe910a5642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fceb024bde4999" /><Relationship Type="http://schemas.openxmlformats.org/officeDocument/2006/relationships/notesMaster" Target="/ppt/notesMasters/notesMaster1.xml" Id="Rb6fdaac0bb9f4a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ca9bf4e2d94a75" /><Relationship Type="http://schemas.openxmlformats.org/officeDocument/2006/relationships/notesMaster" Target="/ppt/notesMasters/notesMaster1.xml" Id="Red2b044da59d4c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76f092148bb44ff" /><Relationship Type="http://schemas.openxmlformats.org/officeDocument/2006/relationships/notesMaster" Target="/ppt/notesMasters/notesMaster1.xml" Id="Rd75f8f0a028444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6b00d5c76e440de" /><Relationship Type="http://schemas.openxmlformats.org/officeDocument/2006/relationships/notesMaster" Target="/ppt/notesMasters/notesMaster1.xml" Id="R6fd4151ca89c42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cec9b2255243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d5a14299bb4757" /><Relationship Type="http://schemas.openxmlformats.org/officeDocument/2006/relationships/slideLayout" Target="/ppt/slideLayouts/slideLayout1.xml" Id="R7d3f69bbcea84b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3f69bbcea84b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5856b4042420a" /><Relationship Type="http://schemas.openxmlformats.org/officeDocument/2006/relationships/image" Target="/ppt/media/image.png" Id="Rfac0f00b76dd4163" /><Relationship Type="http://schemas.openxmlformats.org/officeDocument/2006/relationships/notesSlide" Target="/ppt/notesSlides/notesSlide1.xml" Id="Rb665ae09e81340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fa02d823a429b" /><Relationship Type="http://schemas.openxmlformats.org/officeDocument/2006/relationships/notesSlide" Target="/ppt/notesSlides/notesSlide2.xml" Id="Rc22e254f4e0b46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e7a9b91ac480d" /><Relationship Type="http://schemas.openxmlformats.org/officeDocument/2006/relationships/notesSlide" Target="/ppt/notesSlides/notesSlide3.xml" Id="Rc9aa2262c6cf47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b0ebf781443fb" /><Relationship Type="http://schemas.openxmlformats.org/officeDocument/2006/relationships/notesSlide" Target="/ppt/notesSlides/notesSlide4.xml" Id="R2086862b66e841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8296b691f4900" /><Relationship Type="http://schemas.openxmlformats.org/officeDocument/2006/relationships/notesSlide" Target="/ppt/notesSlides/notesSlide5.xml" Id="R913957512d9142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1bf5f34204365" /><Relationship Type="http://schemas.openxmlformats.org/officeDocument/2006/relationships/notesSlide" Target="/ppt/notesSlides/notesSlide6.xml" Id="R5b1808f2795046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c06ab9e9943a1" /><Relationship Type="http://schemas.openxmlformats.org/officeDocument/2006/relationships/notesSlide" Target="/ppt/notesSlides/notesSlide7.xml" Id="R78e1bea28e674f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873aded164d1a" /><Relationship Type="http://schemas.openxmlformats.org/officeDocument/2006/relationships/notesSlide" Target="/ppt/notesSlides/notesSlide8.xml" Id="Re6b1f272fb0a46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ea981a1b03458d" /><Relationship Type="http://schemas.openxmlformats.org/officeDocument/2006/relationships/notesSlide" Target="/ppt/notesSlides/notesSlide9.xml" Id="Rfd72dda0b47145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ba961f2c3493b" /><Relationship Type="http://schemas.openxmlformats.org/officeDocument/2006/relationships/notesSlide" Target="/ppt/notesSlides/notesSlide10.xml" Id="R6a752bac8bcb47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8313a5931415a" /><Relationship Type="http://schemas.openxmlformats.org/officeDocument/2006/relationships/notesSlide" Target="/ppt/notesSlides/notesSlide11.xml" Id="Rded613d42fa747c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938a69e4e4fc3" /><Relationship Type="http://schemas.openxmlformats.org/officeDocument/2006/relationships/notesSlide" Target="/ppt/notesSlides/notesSlide12.xml" Id="R8ebab8975bac42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ec965ab1e4aa7" /><Relationship Type="http://schemas.openxmlformats.org/officeDocument/2006/relationships/notesSlide" Target="/ppt/notesSlides/notesSlide13.xml" Id="R2bfb3bda00574d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f9d7225b74d72" /><Relationship Type="http://schemas.openxmlformats.org/officeDocument/2006/relationships/notesSlide" Target="/ppt/notesSlides/notesSlide14.xml" Id="Ra19eb93db103492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992c3ed33453a" /><Relationship Type="http://schemas.openxmlformats.org/officeDocument/2006/relationships/notesSlide" Target="/ppt/notesSlides/notesSlide15.xml" Id="Raf11571df3144c6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E1FC434C-47B2-4FBC-B58F-D304E57A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7F70E3FD-A8E0-4F6A-AF4A-1B3DDBD5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05864969-A98B-436D-85D8-8B166B9D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672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PEER-TO-PEER ACCESS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73860-958D-4E9E-8A4F-989E7442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5715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p2p-netcat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28650-4A47-4864-B300-DFB8851A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71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Netcat, адресованный PeerId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15C40-2EA0-4115-B285-91706683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524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Один криптографический адрес — для терминала, TCP, UDP и прокси через NAT.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0f00b76dd416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947633"/>
            <a:ext cx="4876800" cy="256243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1A554-74A7-4036-8FFA-FDE65BB5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8223D-FA11-45A1-9060-47AD84AE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D6897-B825-4011-88D2-5777B2C8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24350"/>
            <a:ext cx="295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5FF8B0-C933-47DF-ACA0-314A4EFA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PeerId вместо 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D2708-CD34-4F14-B510-CEFB6FAC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33875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BC673D-C5FA-45BD-AAEB-AEAB55D2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24350"/>
            <a:ext cx="295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ROUTE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7F1C8F-12DC-4CA9-AF95-24C81DF8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482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Первый проверенный путь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82025-87AF-4AC1-B8B2-D70CD55D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B36DDF-92ED-4BB9-865E-12998EC6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24350"/>
            <a:ext cx="295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SESSION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94886-CA3E-4D44-B192-08652DDB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6482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TCP · UDP · PTY · SOCKS</a:t>
            </a:r>
          </a:p>
        </p:txBody>
      </p:sp>
      <p:sp>
        <p:nvSpPr>
          <p:cNvPr id="18" name="footer-1-rule">
            <a:extLst xmlns:a="http://schemas.openxmlformats.org/drawingml/2006/main">
              <a:ext uri="{FF2B5EF4-FFF2-40B4-BE49-F238E27FC236}">
                <a16:creationId xmlns:a16="http://schemas.microsoft.com/office/drawing/2014/main" id="{FCCAE297-BE1B-489C-925E-C901A1BD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5C4097-7EB1-4A92-AA05-BD8FA29F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Источник: README.RU.md · github.com/santaklouse/go-p2p-netcat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2D6E82-5BCB-4C1C-A54D-2C89CB83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01 / 15</a:t>
            </a:r>
          </a:p>
        </p:txBody>
      </p:sp>
    </p:spTree>
    <p:extLst>
      <p:ext uri="{BB962C8B-B14F-4D97-AF65-F5344CB8AC3E}">
        <p14:creationId xmlns:p14="http://schemas.microsoft.com/office/powerpoint/2010/main" val="400722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B172D8F9-88A2-4A0A-8977-6EF0E430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0A7CAA5B-A9FE-4CB4-810D-E3F7369A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D2B5C69D-D225-436A-9FD8-F8C6939E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ЖИЗНЕННАЯ ПРОБЛЕМА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FB8E4-692F-4F51-ABBC-E857D2EB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00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У домашнего сервера нет публичного адреса — но вам всё равно нужен SSH.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AC0EF-12BB-4413-80A3-3C129554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687783"/>
                </a:solidFill>
                <a:latin typeface="Menlo"/>
                <a:ea typeface="Menlo"/>
                <a:cs typeface="Menlo"/>
              </a:rPr>
              <a:t>БЕЗ P2P-NETCAT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FCF72-9495-47EE-8A8B-5F5CB49B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286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Сетевая граница вам не принадлежит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3D8EE-C6C7-4C5D-AE2E-D5A5C69B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5DFD4"/>
          </a:solidFill>
          <a:ln xmlns:a="http://schemas.openxmlformats.org/drawingml/2006/main" w="9525">
            <a:solidFill>
              <a:srgbClr val="C8C0B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BA1B6-F176-45D5-AC48-7FC47954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Ноутбук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6603A-0B4F-412A-B3FC-6A1CEF6A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5433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67FB5B-9D86-4649-A516-FA2270A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DDD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B0F8E-50FD-49FD-9917-314FD36A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Домашний роутер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CGNAT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3E23B6-B631-4338-9677-1716A282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15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45920-69C6-4993-A3E0-CA524B9C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Проброс порта недоступен. Dynamic DNS не помогает. Размещённый VPN добавляет ещё один control plane.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286AD-2D59-49A1-BDCE-8D9E198C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3835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7EA8E-E45B-40A7-8050-1548E1EB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383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3A2A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163A2A"/>
                </a:solidFill>
                <a:latin typeface="Menlo"/>
                <a:ea typeface="Menlo"/>
                <a:cs typeface="Menlo"/>
              </a:rPr>
              <a:t>С P2P-NETCAT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7321A-1DB4-4217-9D32-4376E12B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У сервера остаётся одна identity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55465-ABC5-49A2-8440-664782ED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95650"/>
            <a:ext cx="4762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E66BD1-4E46-4136-9851-EF6DDB6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57575"/>
            <a:ext cx="430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12D3KooW…YXdUfbR9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511C1D-7D42-43D0-AEDF-73979CA6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00475"/>
            <a:ext cx="430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найти · проверить · подключить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E8F81-208A-407C-8FAE-B10C2423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0F6E89-ADCC-4AEB-8D69-CAC7C3DB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86300"/>
            <a:ext cx="476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Запустите listener дома. Из любой сети наберите его PeerId и пробросьте локальный порт 2222 к SSH.</a:t>
            </a:r>
          </a:p>
        </p:txBody>
      </p:sp>
      <p:sp>
        <p:nvSpPr>
          <p:cNvPr id="22" name="footer-2-rule">
            <a:extLst xmlns:a="http://schemas.openxmlformats.org/drawingml/2006/main">
              <a:ext uri="{FF2B5EF4-FFF2-40B4-BE49-F238E27FC236}">
                <a16:creationId xmlns:a16="http://schemas.microsoft.com/office/drawing/2014/main" id="{473466E7-CEA0-4906-A70C-258A5E10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8E14C9-6E4F-4420-88A3-F6331CE1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Сценарий: homelab или NAS за CGNAT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79D357-C07E-4A44-84F9-0FAD90F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02 / 15</a:t>
            </a:r>
          </a:p>
        </p:txBody>
      </p:sp>
    </p:spTree>
    <p:extLst>
      <p:ext uri="{BB962C8B-B14F-4D97-AF65-F5344CB8AC3E}">
        <p14:creationId xmlns:p14="http://schemas.microsoft.com/office/powerpoint/2010/main" val="83761254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428141B-E583-44D3-97D5-C852860F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3E5E97EC-34EC-4447-8FBC-241D8FEF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C51EA8D2-FB67-42BE-8E17-DA13D019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ЖИЗНЕННАЯ ПРОБЛЕМА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35D17-9D04-4BAD-9363-81CEF0DA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Полный интернет-туннель должен работать, даже если gateway находится за NAT.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D233F-8CC3-45B9-B608-765BB61A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C5B86-906B-4B6C-B4D0-7144E62A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В ПОЕЗДКЕ · НОУТБУК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76F4F-0BBA-46DA-9B3A-4EF3C677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C093E-30E9-4D98-8FF9-0D8A8925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05275-2B8A-40FC-A72B-3BBAE2BA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Endpoint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127.0.0.1:15182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7E6CD-FC85-488E-9A51-2E2E2973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73CE9D-916D-4CE3-BAB6-BEDD26D6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5B8E9-C5E4-44CC-ADF2-A36A62C2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держит carrier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вне wg0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4D6F9-EF3D-4A8D-A683-ECDFBF87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55FB2-0B9D-44FF-8DB0-F600EB97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EBC3FC-B63A-401E-97C1-73933686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policy route защищает carrier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4F8B1-9FCF-4C34-BCF1-D05D6F21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14600"/>
            <a:ext cx="3086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8CC24-EFC1-4F88-B0C2-AF9CF896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38425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НЕДОВЕРЕННАЯ СЕТЬ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A370CC-122F-4B8B-A32A-F0261031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24175"/>
            <a:ext cx="2781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отель · аэропорт · мобильный hotspot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входящий порт не нужен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F5B36-F9CA-48BE-9BBC-C82A2D16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5E91CA-B8D8-44F4-B1F4-014E1928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9C4987-994E-4ED9-815F-83BEE374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C846CC-82E6-4BF8-AAC3-A0B47896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ДОМ · GATEWAY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C99F80-00DD-442E-BB13-6A18FEBA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815207-6785-4503-9403-186D0F7C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5B7A65-67B3-4FE8-8021-8C35F1A4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UDP listener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→ UDP :51820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EA37A5-231C-4C8B-AA2A-32AD54C6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C23A71-366A-4B34-9FC9-E1E7EABF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E34FA9-718D-43CE-8AE0-8B1224C5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домашний gateway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10.66.66.1/24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6224C8-EE8E-4A3D-87D8-578F400D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72D2E6-87B2-4BF4-A2DA-7EDC773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CC7463-4C24-4417-83DE-B00753A5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FORWARD + MASQUERADE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28EA47-407B-424F-959D-1C6055EA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10871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2F3E4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3FAD6C-7687-4F6A-B2D0-9B7F3EDD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ОДИН МАРШРУТ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A0EFBC-647C-4283-9B06-A135C0E8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9625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запустить carrier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D2B9C6-99A0-4309-8CEC-A067C1D5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C10CDF-30B6-47B1-AFD5-933CD5F7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9625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wg-quick up wg0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9A503F-BE13-4137-9F2D-31AEF418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7C01D5-5F25-4E16-98B9-C6B32293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62525"/>
            <a:ext cx="3257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публичный IP = домашний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B4DC57-41CF-4705-A574-EA45F94A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39115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P2P-carrier сначала достигает домашнего пира; затем WireGuard направляет через него весь интернет-трафик.</a:t>
            </a:r>
          </a:p>
        </p:txBody>
      </p:sp>
      <p:sp>
        <p:nvSpPr>
          <p:cNvPr id="40" name="footer-7-rule">
            <a:extLst xmlns:a="http://schemas.openxmlformats.org/drawingml/2006/main">
              <a:ext uri="{FF2B5EF4-FFF2-40B4-BE49-F238E27FC236}">
                <a16:creationId xmlns:a16="http://schemas.microsoft.com/office/drawing/2014/main" id="{8E8E828A-56CF-41E2-81D9-1D5C3964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B08584-A00F-4D28-A660-9E8C3281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Сценарий: приватный интернет через домашний gateway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6A46DC-8814-4E44-9C8C-2E11675D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03 / 15</a:t>
            </a:r>
          </a:p>
        </p:txBody>
      </p:sp>
    </p:spTree>
    <p:extLst>
      <p:ext uri="{BB962C8B-B14F-4D97-AF65-F5344CB8AC3E}">
        <p14:creationId xmlns:p14="http://schemas.microsoft.com/office/powerpoint/2010/main" val="169407027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7A140BB-4352-4962-A1FE-99A230C0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A3B647CE-FAC5-42FC-AAF6-6B8762E9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89088D3D-F6B9-4421-AE52-86B8C61B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ЗАЧЕМ ЭТО НУЖНО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39B80-CBB2-4CFC-9EFC-9A44D5D9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0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Потребность повторяется: достичь закрытого сервиса, не владея сетевой границей.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B6A54-F4BF-47EF-9E10-BF9BBBFA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4A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52CBE-9F9C-4526-BEAD-863E90A6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66CF3-D647-4143-931D-B8D5A10A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76482-9F93-4021-86AE-49338575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Домашний сервер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3867A-38BB-4A09-B99E-ADD75F02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SSH · NAS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86CAB8-E37C-44BB-880F-9117FBA4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5D91B-5686-4E4C-BA31-5B33A538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939606-76C2-4D14-B081-76320507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14E2B1-AC9A-4D42-90A3-735C970C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2B3329-99FB-489A-BCA9-85149BAE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Помощь семье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83CD08-E304-47A4-A789-E6B38F8F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RDP · web UI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0E21F7-22E5-4F33-A5E7-A170FED4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4C324-0756-48B3-8E52-70C050CE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DB16F5-45A5-4066-8D01-2A89F847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2C4943-F015-4360-90E0-D93BE3E7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B55576-CFAF-4149-9CAC-C6F668C3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Удалённая работа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089089-D362-4703-A74A-BE4B2281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PostgreSQL · dev API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6BF6CA-56DA-4A3F-BB68-014905C9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BA5961-9101-47BB-90A2-E51E4BB4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6B697-983C-44B7-92A5-8A9320EF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2AE066-34E0-43FA-8FAC-B0073F47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55467C-E5B7-4E70-8B17-6AFDF397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Приватный браузинг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17D356-594F-458F-9583-1D9B6378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SOCKS5h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DA048A-7F55-4B7A-BB31-92DC0CBB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32E9C5-7368-456A-8069-146D28A1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SOCKS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3F9847-63F2-4967-BFDD-932381BC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075531-691D-475C-BF02-D7F64AFA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D5664B-5367-4F20-AB87-EE53D6C3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Старый VPN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F9A5F0-7B17-41A8-9B4C-CE31156B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OpenVPN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7EBB57-9D0A-4895-90B1-DAA6305C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5C8509-BACD-44BF-8290-C1AB8248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STREAM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3097E-A791-488F-9AA8-DB60E050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D29070-D095-495F-8A2C-2F2F827B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919988-C0AA-4540-B18D-8FE8A973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Полный туннель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181875-261D-4190-B8F3-FD4CA8B6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WireGuard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C49194-D167-40E0-B162-27351D89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1E756E-5326-4A22-B210-650E460F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UDP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4CC92F-0D22-4EC7-B259-F44DF097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D484D1B-B0F8-40D0-AED0-ECD59815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1051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Один стабильный PeerId заменяет IP-адреса сетей, пробросы портов и временные VPN control plane.</a:t>
            </a:r>
          </a:p>
        </p:txBody>
      </p:sp>
      <p:sp>
        <p:nvSpPr>
          <p:cNvPr id="44" name="footer-8-rule">
            <a:extLst xmlns:a="http://schemas.openxmlformats.org/drawingml/2006/main">
              <a:ext uri="{FF2B5EF4-FFF2-40B4-BE49-F238E27FC236}">
                <a16:creationId xmlns:a16="http://schemas.microsoft.com/office/drawing/2014/main" id="{4AE08FA0-2084-4B73-83D3-E4FA3068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E516D1-F2B2-46F1-924D-87AFF830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Мотивация продукта: повторяющийся доступ через NAT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C9FD00-6EFE-417E-B9B7-A136A6F1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04 / 15</a:t>
            </a:r>
          </a:p>
        </p:txBody>
      </p:sp>
    </p:spTree>
    <p:extLst>
      <p:ext uri="{BB962C8B-B14F-4D97-AF65-F5344CB8AC3E}">
        <p14:creationId xmlns:p14="http://schemas.microsoft.com/office/powerpoint/2010/main" val="47604112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B172D8F9-88A2-4A0A-8977-6EF0E430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0A7CAA5B-A9FE-4CB4-810D-E3F7369A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D2B5C69D-D225-436A-9FD8-F8C6939E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ПРОБЛЕМА МАРШРУТА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FB8E4-692F-4F51-ABBC-E857D2EB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00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PeerId решает identity. Маршрут всё равно нужно найти.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AC0EF-12BB-4413-80A3-3C129554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687783"/>
                </a:solidFill>
                <a:latin typeface="Menlo"/>
                <a:ea typeface="Menlo"/>
                <a:cs typeface="Menlo"/>
              </a:rPr>
              <a:t>КЛАССИЧЕСКИЙ FORWARDING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FCF72-9495-47EE-8A8B-5F5CB49B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286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IP меняется — доступ ломается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3D8EE-C6C7-4C5D-AE2E-D5A5C69B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5DFD4"/>
          </a:solidFill>
          <a:ln xmlns:a="http://schemas.openxmlformats.org/drawingml/2006/main" w="9525">
            <a:solidFill>
              <a:srgbClr val="C8C0B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BA1B6-F176-45D5-AC48-7FC47954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192.0.2.10:22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6603A-0B4F-412A-B3FC-6A1CEF6A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5433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67FB5B-9D86-4649-A516-FA2270A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DDD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B0F8E-50FD-49FD-9917-314FD36A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NAT / CGNAT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3E23B6-B631-4338-9677-1716A282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15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45920-69C6-4993-A3E0-CA524B9C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DNS, проброс порта, VPN-концентратор или ручная инфраструктура.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286AD-2D59-49A1-BDCE-8D9E198C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3835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7EA8E-E45B-40A7-8050-1548E1EB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383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3A2A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163A2A"/>
                </a:solidFill>
                <a:latin typeface="Menlo"/>
                <a:ea typeface="Menlo"/>
                <a:cs typeface="Menlo"/>
              </a:rPr>
              <a:t>P2P-NETCAT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7321A-1DB4-4217-9D32-4376E12B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Identity остаётся стабильной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55465-ABC5-49A2-8440-664782ED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95650"/>
            <a:ext cx="4762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E66BD1-4E46-4136-9851-EF6DDB6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57575"/>
            <a:ext cx="430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12D3KooW…YXdUfbR9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511C1D-7D42-43D0-AEDF-73979CA6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00475"/>
            <a:ext cx="430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mDNS · DHT · signaling · relay hints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E8F81-208A-407C-8FAE-B10C2423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0F6E89-ADCC-4AEB-8D69-CAC7C3DB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86300"/>
            <a:ext cx="476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PeerId выбирает правильного пира; discovery и route race выбирают достижимый путь.</a:t>
            </a:r>
          </a:p>
        </p:txBody>
      </p:sp>
      <p:sp>
        <p:nvSpPr>
          <p:cNvPr id="22" name="footer-2-rule">
            <a:extLst xmlns:a="http://schemas.openxmlformats.org/drawingml/2006/main">
              <a:ext uri="{FF2B5EF4-FFF2-40B4-BE49-F238E27FC236}">
                <a16:creationId xmlns:a16="http://schemas.microsoft.com/office/drawing/2014/main" id="{473466E7-CEA0-4906-A70C-258A5E10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8E14C9-6E4F-4420-88A3-F6331CE1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Источник: docs/ARCHITECTURE.RU.md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79D357-C07E-4A44-84F9-0FAD90F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05 / 15</a:t>
            </a:r>
          </a:p>
        </p:txBody>
      </p:sp>
    </p:spTree>
    <p:extLst>
      <p:ext uri="{BB962C8B-B14F-4D97-AF65-F5344CB8AC3E}">
        <p14:creationId xmlns:p14="http://schemas.microsoft.com/office/powerpoint/2010/main" val="8376125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66869F7A-B740-4E02-B252-F706698F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E9EC75AC-7167-4EA2-A4E6-9C688EB4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D0C036D4-717A-450F-910B-CF011929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АРХИТЕКТУРА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C9270-B4E7-491D-A6AC-7EAD4346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Побеждает первый маршрут, который дошёл до аутентификации.</a:t>
            </a:r>
          </a:p>
        </p:txBody>
      </p:sp>
      <p:sp>
        <p:nvSpPr>
          <p:cNvPr id="5" name="client-node">
            <a:extLst xmlns:a="http://schemas.openxmlformats.org/drawingml/2006/main">
              <a:ext uri="{FF2B5EF4-FFF2-40B4-BE49-F238E27FC236}">
                <a16:creationId xmlns:a16="http://schemas.microsoft.com/office/drawing/2014/main" id="{B3245BF1-F369-458E-8EF1-AC7F166F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714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C3D9CA-D539-4489-8F83-FD676932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19325"/>
            <a:ext cx="140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CLIENT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ED279-596B-467E-A402-D658A751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1409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CLI или браузерный PWA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PeerId + logical 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A936F2-5F94-4539-B426-842E9EAE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288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DISCOVERY / SIGNALING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ECD28-8F21-44BF-886B-F64C9E06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95500"/>
            <a:ext cx="2000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2ED4C-0BE9-45C0-A059-9021019B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19325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PUBLIC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6C55AF-C537-4767-8B2C-1C2241B3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0507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mDNS · GossipSub · DHT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259A5-2C6B-4C2B-A462-46E77ADB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90850"/>
            <a:ext cx="2000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F3062-613E-4D6C-B91F-0664EAE5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14675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NATIVE SIGNALING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0E673-4B98-4453-BB3E-E6D83297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0042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Nostr + WebTorrent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B8A63-A87D-47AB-8352-AEF9A4C7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38425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42E0D0-66D2-4F84-A8DB-6D0EAB96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43275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ADB939-F81F-4542-9CD2-02CB01A6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2880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PARALLEL ROUTE RACE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7F7AA6-B226-4F87-B807-554A58FF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95500"/>
            <a:ext cx="2343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379CB2-5244-4218-B879-69AE535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19325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LIBP2P PLANE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F6D139-264C-493B-B7D8-16FED434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05075"/>
            <a:ext cx="2038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QUIC · WebRTC Direct · WSS · TCP · Relay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81FFFA-2526-4273-967D-4EBAB19A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90850"/>
            <a:ext cx="2343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8CC98B-ECE5-4760-A302-1A094F99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14675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PION WEBRTC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DA0869-63E0-4893-B972-C5AC14FB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400425"/>
            <a:ext cx="2038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ICE/STUN · ordered DataChannel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7ED5D8-7F0E-4F46-95CE-FCFC095F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4792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5D8AFC-EFAF-4846-9D8E-EB8F8F34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432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733F9D-D6AF-4C9F-9CDC-477FA7EA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71725"/>
            <a:ext cx="1619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5D8B0A-243F-4B76-85BA-5DC701F2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9555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AUTH GATE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9FB885-98D1-4534-98E2-C888BEF7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81300"/>
            <a:ext cx="1314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Expected PeerId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admission handshake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A95988-4086-435B-9311-B2E281C5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F4F7DB-38B4-424D-A9FF-AE054C43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337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C8DF63-B468-43DF-939F-370B5406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95500"/>
            <a:ext cx="1447800" cy="16192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677105-B67B-499C-8C47-3571396E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219325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LISTENER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8434E7-2A13-4021-8AB9-73F9A6B2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05075"/>
            <a:ext cx="1143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Persistent Ed25519 identity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logical service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1…65535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10B68D-721C-4960-85B1-A06C417C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9560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215EED-6D23-458A-9F36-B086763B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267200"/>
            <a:ext cx="8858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2C3A4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9D8952-DE67-4ADC-B0C4-3FFAAC43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577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SESSION AFTER AUTH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1D1961-1868-4886-99B0-6DD3A506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5212B"/>
          </a:solidFill>
          <a:ln xmlns:a="http://schemas.openxmlformats.org/drawingml/2006/main" w="9525">
            <a:solidFill>
              <a:srgbClr val="34434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7AEFA6-7E05-43E9-B57F-454EE24E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raw / exec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C925AF-649C-46E1-89EC-A1A9A0E7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5212B"/>
          </a:solidFill>
          <a:ln xmlns:a="http://schemas.openxmlformats.org/drawingml/2006/main" w="9525">
            <a:solidFill>
              <a:srgbClr val="34434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4A7135-3A4E-4575-987F-25879B10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TCP forward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F4D311-186B-4DE6-B2AA-54F31D31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5953D3-2079-4D91-9643-4AC2FEA7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UDP frames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480749-954B-4D82-B98D-F059D158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5212B"/>
          </a:solidFill>
          <a:ln xmlns:a="http://schemas.openxmlformats.org/drawingml/2006/main" w="9525">
            <a:solidFill>
              <a:srgbClr val="34434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CF308B-9EDB-4BF6-8B4D-93D0F06C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SOCKS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A832BA-204C-416D-B676-0914D72A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5212B"/>
          </a:solidFill>
          <a:ln xmlns:a="http://schemas.openxmlformats.org/drawingml/2006/main" w="9525">
            <a:solidFill>
              <a:srgbClr val="34434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E28521-0228-4B4E-AD39-4DA2ADFA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PTY / ConPTY</a:t>
            </a:r>
          </a:p>
        </p:txBody>
      </p:sp>
      <p:sp>
        <p:nvSpPr>
          <p:cNvPr id="47" name="footer-3-rule">
            <a:extLst xmlns:a="http://schemas.openxmlformats.org/drawingml/2006/main">
              <a:ext uri="{FF2B5EF4-FFF2-40B4-BE49-F238E27FC236}">
                <a16:creationId xmlns:a16="http://schemas.microsoft.com/office/drawing/2014/main" id="{FF191055-3933-4465-9570-8FA283CC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15AC8E-FE05-4E5B-9B9A-39436734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Источники: docs/ARCHITECTURE.RU.md · docs/WEBRTC_MIGRATION.RU.md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4C46F4B-34C1-40AE-9090-15025BB7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06 / 15</a:t>
            </a:r>
          </a:p>
        </p:txBody>
      </p:sp>
    </p:spTree>
    <p:extLst>
      <p:ext uri="{BB962C8B-B14F-4D97-AF65-F5344CB8AC3E}">
        <p14:creationId xmlns:p14="http://schemas.microsoft.com/office/powerpoint/2010/main" val="169513130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F5ABA751-117C-441D-BE2B-52153737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CCE9CD19-2F35-4C04-A45F-88E91775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B73AED8F-5CF2-49B1-BCB0-FDC2A787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РЕЖИМЫ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8C01D-F342-4E31-B69D-066A3999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Один CLI покрывает терминал, потоки, datagram и прокси.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4FEB6-4C8F-460E-B437-E4A89E26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РЕЖИМ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A43F1-0433-441B-AD70-55920D49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812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ЛОКАЛЬНЫЙ ИНТЕРФЕЙС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0B0A9F-6442-4158-A557-F230C4A4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81200"/>
            <a:ext cx="2524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УДАЛЁННОЕ ДЕЙСТВИЕ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E5E83-224C-4EE7-A4F1-6F4AE1D2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ЧТО СОХРАНЯЕТСЯ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D961DB-B25C-4F77-A7DF-F4237988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98120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ФЛАГ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EF5B1-5BCF-4805-8FFA-809BBC8C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3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D5E1D-1258-4512-961C-0E1E36A2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RAW / EXEC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09A7D-7DA3-49FF-9578-B2958E8F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3840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stdin/stdout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85A998-EFB3-462B-A142-65924DFA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3840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поток или команда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0FCF2-07DE-498E-B7B3-5456A6AF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3840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байтовый поток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1BF36-C3A3-4C14-8804-2481E314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43840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AD0FFC-6E01-4E07-84A3-F35ABE38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9E63F4-CFB3-44AC-9A6B-A15397DB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TCP FWD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2D0C09-DD76-488D-A98B-B8B90DB9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2895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127.0.0.1:PORT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7F8F70-17D5-44E2-B52A-186B4FF0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2895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dial TCP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17891-606F-4BDE-9BBE-7EBADC9A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2895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соединение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47A1C-5336-48B4-8C50-65406074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2895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491FCC-DF37-4D55-9E63-B5CFA0F8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CF611C-410B-49F7-91AC-F3CB5601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111252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E93AAA-463A-4C82-9C8E-3E08B79B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UDP FWD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D3FA7F-ECE7-4783-B66C-68746622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1950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127.0.0.1:PORT/udp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DB1D58-A68C-4E8F-9771-933985CB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1950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connected UDP socket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11959E-7368-4E86-8A4B-24A5C8DC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1950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границы пакетов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07D45B-D5D3-42D3-A07A-46AEAC2C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-u -p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25BC09-299C-4258-80D0-08CAEAB1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4DCC81-5F1B-4773-B909-4ABAA3C7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SOCKS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E7C66D-5EAA-4092-8CC5-7438056C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1005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SOCKS4/4a/5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596504-6770-4BCE-A53E-A24A74F9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1005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CONNECT от remote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DB9BD0-2F6F-4BB5-8694-FED968A8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21005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DNS на remote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C56898-D073-401B-8012-EF9C135F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21005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077C15-8C9F-4F42-BFF3-A53BCF3D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34D4F3-25E3-4D13-966A-1721D800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4D7109-C102-405C-8675-FFE6BF1B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0060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интерактивный TTY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397879-DBE0-45D7-A144-71073B7C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80060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Unix PTY / ConPTY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812EFA-96DF-4A39-8A57-4166C674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80060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resize + EOF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413E3A-86F9-482F-B577-901015CC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80060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06EB9F-1919-4368-82BB-9B0503C7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F643D1-DD36-42F8-B9E2-89999375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LISTENER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B74546-7355-40CB-BED3-EEF1C830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9115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logical port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8183C0-EF79-4268-B0BD-A29B8D7D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9115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много сессий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618014-10FF-4FC2-920C-A2BA48CC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39115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identity + policy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D02B2C-AA70-4073-858A-2342A14D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39115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-l -k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DEA3CD-16D7-45F1-A2FD-DC567A38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E630235-F5F6-40A1-8FF9-844714E8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C2FF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55C2FF"/>
                </a:solidFill>
                <a:latin typeface="Avenir Next"/>
                <a:ea typeface="Avenir Next"/>
                <a:cs typeface="Avenir Next"/>
              </a:rPr>
              <a:t>Совместимость wire-протоколов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A267E0-74EC-427D-880F-4D21A940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6067425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/p2p-netcat/1.0.0/&lt;port&gt;  ·  /p2p-netcat/udp/1.0.0/&lt;port&gt;</a:t>
            </a:r>
          </a:p>
        </p:txBody>
      </p:sp>
      <p:sp>
        <p:nvSpPr>
          <p:cNvPr id="50" name="footer-4-rule">
            <a:extLst xmlns:a="http://schemas.openxmlformats.org/drawingml/2006/main">
              <a:ext uri="{FF2B5EF4-FFF2-40B4-BE49-F238E27FC236}">
                <a16:creationId xmlns:a16="http://schemas.microsoft.com/office/drawing/2014/main" id="{8FB0D6FF-295D-44AB-8BE4-210CCDAB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937E6FA-0B64-4BFA-A317-F78D96DB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Источники: README.RU.md · docs/USE_CASES.RU.md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A5EE39-154B-421B-9A86-096C4619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07 / 15</a:t>
            </a:r>
          </a:p>
        </p:txBody>
      </p:sp>
    </p:spTree>
    <p:extLst>
      <p:ext uri="{BB962C8B-B14F-4D97-AF65-F5344CB8AC3E}">
        <p14:creationId xmlns:p14="http://schemas.microsoft.com/office/powerpoint/2010/main" val="102166318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98C5BC9C-68FE-4218-BF21-46962E3D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A7BEAFF7-5A56-4B15-A401-FE08A94F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44A821AB-1171-4642-8DF0-4DC7A22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ДОВЕРИЕ ДО ДАННЫХ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419D5-C3E0-40E5-B77A-BA1088CE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Прикладные байты идут только после доказательства ожидаемого PeerId.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979494-C21F-487D-A513-0433FAB0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8096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7B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8F23B-0B82-45D0-ADE8-A99924F6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F1D93-33F2-440B-B84D-8E5086F9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5009D4-9A39-4EFC-A001-B71516A3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Offer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D2960-B33B-4A67-88E5-CE236DD4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Клиент создаёт SDP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BE7D48-52C2-4349-9EFF-8179EA11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CE837C-A3A2-4C08-AF7A-503C58ED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FBD22-F969-4B05-81CC-CAFAAC0F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DataChannel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F7D8E2-5437-4FE4-B693-702F6E67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p2p-netcat-v2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8C8319-5669-4610-99C9-FE3FCC8C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3D1777-5911-4D53-9E03-83427B40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D051E-D9CB-42DD-B9A2-C27A16DB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Challenge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B0F29D-2F1D-4011-A086-82BE2E61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32 случайных байта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02E29-5237-429F-8DFC-E072CB87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8096F-4A56-46DA-BDC5-24D12EEE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6FEA94-6E2A-46D7-9C8E-7B610829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Signature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3BCB6F-D71F-4B8F-B291-964FE41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Ed25519 + service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70DB88-4B4F-442A-9E5D-A9F59FB7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8C88B7-A958-4A6C-A9A9-1150AB83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7FC99D-047D-40A0-A57A-FE598EA2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PeerId check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19D1EA-6F1E-482E-8A27-422294B0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Точное совпадение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7064B7-CA84-4103-8811-419A516E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87BA09-2F96-4BC6-B562-AF5C4366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061F13-9CF5-457E-874E-FD2C77D3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AUTH_READY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64E2E8-0F9A-4DF3-91FA-560E245A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Сеанс разрешён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5ED19-BA78-4A32-9C13-18F37748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38350"/>
            <a:ext cx="1581150" cy="316230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26364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F321A1-BEF9-4CBD-BFE9-3F45E970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5742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ПОСЛЕ AUTH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2341C4-8062-4728-B9DA-786C23DA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47950"/>
            <a:ext cx="1200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256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КиБ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151FBE-3D04-4F40-A2AF-2E009D7B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0520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сквозное flow window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728F63-BBB7-4263-BE15-1510E4D5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962400"/>
            <a:ext cx="1200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2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1542F3-F3D3-47CA-A927-99875ADD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338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B454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FB454"/>
                </a:solidFill>
                <a:latin typeface="Avenir Next"/>
                <a:ea typeface="Avenir Next"/>
                <a:cs typeface="Avenir Next"/>
              </a:rPr>
              <a:t>120 сек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109FD6-AD21-48DC-8BB4-E1CD44B1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43425"/>
            <a:ext cx="1200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reconnect с тем же логическим stream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79685B-2F20-4A13-BF56-6812F01E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84010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5DFD4"/>
          </a:solidFill>
          <a:ln xmlns:a="http://schemas.openxmlformats.org/drawingml/2006/main" w="9525">
            <a:solidFill>
              <a:srgbClr val="CFC7B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D63EAF-68E3-49B6-8E69-C8163F27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67275"/>
            <a:ext cx="794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Непроверенный WebRTC-кандидат не может запустить PTY или прикладной поток listener.</a:t>
            </a:r>
          </a:p>
        </p:txBody>
      </p:sp>
      <p:sp>
        <p:nvSpPr>
          <p:cNvPr id="39" name="footer-5-rule">
            <a:extLst xmlns:a="http://schemas.openxmlformats.org/drawingml/2006/main">
              <a:ext uri="{FF2B5EF4-FFF2-40B4-BE49-F238E27FC236}">
                <a16:creationId xmlns:a16="http://schemas.microsoft.com/office/drawing/2014/main" id="{1C8B25C8-5C72-4F9E-BB6C-F1B3AE66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E51F59-BBB1-46C1-B012-D6B31867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Источник: docs/WEBRTC_MIGRATION.RU.md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217B57-FDFD-4D45-A031-3371A8C0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08 / 15</a:t>
            </a:r>
          </a:p>
        </p:txBody>
      </p:sp>
    </p:spTree>
    <p:extLst>
      <p:ext uri="{BB962C8B-B14F-4D97-AF65-F5344CB8AC3E}">
        <p14:creationId xmlns:p14="http://schemas.microsoft.com/office/powerpoint/2010/main" val="12896271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CEC4C66-50BF-42C6-B41A-AD1CC7F2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12ADF796-C03C-4871-8EFF-367061A4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28B39493-F5CB-4731-B9F8-D73F016D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UDP OVER STREAM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1E018-C623-44DF-8CDF-1D7A78E4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9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Границы UDP-пакетов сохраняются даже поверх TCP/WSS/relay.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D5996B-7F7F-4788-BA19-42B6C192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DATAGRAM ASSOCIATION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A0F37-CA9D-4A3D-A778-E95DA7E6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8478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7C547-9297-40B8-B1B9-D1475F2D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LOCAL SOURCE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F4EB0-09FA-47B2-8672-7FFEC3F5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33675"/>
            <a:ext cx="1543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127.0.0.1:15182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association per endpoint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96562-BB17-435C-89B1-C14F9BB5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908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2B1D12-6622-4500-93D5-6C7D7ACF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24100"/>
            <a:ext cx="27051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37F0D-E39E-4877-83AF-027C9374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574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00 84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BD1F03-6E3E-43DE-BC93-70D23D9A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57450"/>
            <a:ext cx="1638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uint16 BE length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FE70A2-B8A1-4B63-96AB-4BA348D5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771775"/>
            <a:ext cx="2324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C48A0-05D4-4052-9368-0711DB80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914650"/>
            <a:ext cx="2324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exact UDP payload bytes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7A5AD-5C6A-43D9-928C-7CFA663E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5908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F41672-FB32-4E51-84A3-B034A270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2000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257F14-F55C-4B78-A4E8-A70A8E78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47925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 STREAM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78C533-16BE-4DCE-973B-D779F5CE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33675"/>
            <a:ext cx="169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authenticated + encrypted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ordered reliable carrier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577472-3FA4-4090-9E09-07223680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908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2A00C5-3DD6-40D9-90A0-F09F6187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7241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CE898B-02F1-4E4D-A4B6-0D5CD4E9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47925"/>
            <a:ext cx="2419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FIXED UDP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D52388-0E2C-4A69-8354-7456A8A0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419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WireGuard · DNS · game service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exact reply to original source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F5B2A5-128B-481A-9FD2-C370758D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FALLBACK LADDER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E714B6-CE41-412C-AFE3-DF601DCE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2B4C7D-B67B-43F3-87A1-26664A66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Native WebRTC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C615CD-DCAC-4E07-9A43-0EBD9720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ICE/STUN direct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0258BC-E8EB-48A0-9754-B9294EA3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6720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1E965B-F62F-4E45-AF72-38DD4135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3865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QUIC / WebRTC Direct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B61E0E-BA1D-43CA-B17D-E848E8E8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5297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direct UDP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2A83A2-36D9-452B-9467-9EF5D368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36245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7204CF-2559-49FD-B3CE-E948D1C0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3390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TCP / WSS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21B601-1683-40BF-A6A0-1804C287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4822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55C2FF"/>
                </a:solidFill>
                <a:latin typeface="Menlo"/>
                <a:ea typeface="Menlo"/>
                <a:cs typeface="Menlo"/>
              </a:rPr>
              <a:t>UDP-over-stream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31E296-9F7D-4D4F-AA0B-20DC9946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5770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46097B-FD1D-42C4-B129-3E621CAF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2915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Circuit Relay v2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5BC6F0-0843-4E93-A4ED-FA2353A0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4347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B454"/>
                </a:solidFill>
                <a:latin typeface="Menlo"/>
                <a:ea typeface="Menlo"/>
                <a:cs typeface="Menlo"/>
              </a:rPr>
              <a:t>fallback path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BEEEDC-798C-443A-B0CB-ACADF89C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5295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9F2BC6-4FA1-4FAB-A171-93819B10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2440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Tor + TCP relay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D753E3-E93E-4FAB-BA90-2D776430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03872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B454"/>
                </a:solidFill>
                <a:latin typeface="Menlo"/>
                <a:ea typeface="Menlo"/>
                <a:cs typeface="Menlo"/>
              </a:rPr>
              <a:t>restricted networks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8C9D7C-CE5A-4926-B6C6-5BD6E2F1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B45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FB454"/>
                </a:solidFill>
                <a:latin typeface="Avenir Next"/>
                <a:ea typeface="Avenir Next"/>
                <a:cs typeface="Avenir Next"/>
              </a:rPr>
              <a:t>Цена fallback: ordered delivery может дать head-of-line blocking.</a:t>
            </a:r>
          </a:p>
        </p:txBody>
      </p:sp>
      <p:sp>
        <p:nvSpPr>
          <p:cNvPr id="40" name="footer-6-rule">
            <a:extLst xmlns:a="http://schemas.openxmlformats.org/drawingml/2006/main">
              <a:ext uri="{FF2B5EF4-FFF2-40B4-BE49-F238E27FC236}">
                <a16:creationId xmlns:a16="http://schemas.microsoft.com/office/drawing/2014/main" id="{ED90D304-8A92-4C50-B0C9-62F703B0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45C388-3462-48CB-89E7-F6D6A47B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Источник: docs/DATAGRAM_PROTOCOL.RU.md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312D2A-28ED-4A01-A899-80A51D8C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09 / 15</a:t>
            </a:r>
          </a:p>
        </p:txBody>
      </p:sp>
    </p:spTree>
    <p:extLst>
      <p:ext uri="{BB962C8B-B14F-4D97-AF65-F5344CB8AC3E}">
        <p14:creationId xmlns:p14="http://schemas.microsoft.com/office/powerpoint/2010/main" val="7106162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428141B-E583-44D3-97D5-C852860F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3E5E97EC-34EC-4447-8FBC-241D8FEF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C51EA8D2-FB67-42BE-8E17-DA13D019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WIREGUARD FULL TUNNEL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35D17-9D04-4BAD-9363-81CEF0DA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Carrier остаётся вне default route — поэтому туннель не съедает сам себя.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D233F-8CC3-45B9-B608-765BB61A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C5B86-906B-4B6C-B4D0-7144E62A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NAT A · CLIENT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76F4F-0BBA-46DA-9B3A-4EF3C677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C093E-30E9-4D98-8FF9-0D8A8925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05275-2B8A-40FC-A72B-3BBAE2BA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Endpoint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127.0.0.1:15182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7E6CD-FC85-488E-9A51-2E2E2973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73CE9D-916D-4CE3-BAB6-BEDD26D6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5B8E9-C5E4-44CC-ADF2-A36A62C2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UDP carrier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special UID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4D6F9-EF3D-4A8D-A683-ECDFBF87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55FB2-0B9D-44FF-8DB0-F600EB97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EBC3FC-B63A-401E-97C1-73933686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ip rule uidrange → lookup main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4F8B1-9FCF-4C34-BCF1-D05D6F21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14600"/>
            <a:ext cx="3086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8CC24-EFC1-4F88-B0C2-AF9CF896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38425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PUBLIC INTERNET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A370CC-122F-4B8B-A32A-F0261031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24175"/>
            <a:ext cx="2781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Nostr/WebTorrent signaling + STUN/ICE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application packets travel over selected P2P carrier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F5B36-F9CA-48BE-9BBC-C82A2D16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5E91CA-B8D8-44F4-B1F4-014E1928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9C4987-994E-4ED9-815F-83BEE374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C846CC-82E6-4BF8-AAC3-A0B47896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NAT B · GATEWAY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C99F80-00DD-442E-BB13-6A18FEBA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815207-6785-4503-9403-186D0F7C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5B7A65-67B3-4FE8-8021-8C35F1A4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UDP listener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→ UDP :51820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EA37A5-231C-4C8B-AA2A-32AD54C6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C23A71-366A-4B34-9FC9-E1E7EABF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E34FA9-718D-43CE-8AE0-8B1224C5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wg0 gateway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10.66.66.1/24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6224C8-EE8E-4A3D-87D8-578F400D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72D2E6-87B2-4BF4-A2DA-7EDC773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CC7463-4C24-4417-83DE-B00753A5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FORWARD + MASQUERADE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28EA47-407B-424F-959D-1C6055EA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10871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2F3E4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3FAD6C-7687-4F6A-B2D0-9B7F3EDD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E2E ПРОВЕРКА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A0EFBC-647C-4283-9B06-A135C0E8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9625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two NAT namespaces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D2B9C6-99A0-4309-8CEC-A067C1D5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C10CDF-30B6-47B1-AFD5-933CD5F7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9625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 handshake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9A503F-BE13-4137-9F2D-31AEF418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7C01D5-5F25-4E16-98B9-C6B32293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62525"/>
            <a:ext cx="3257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HTTP egress = full-tunnel-ok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B4DC57-41CF-4705-A574-EA45F94A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39115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Сначала carrier, затем wg-quick up wg0 — policy routing защищает DNS, signaling, STUN и reconnect.</a:t>
            </a:r>
          </a:p>
        </p:txBody>
      </p:sp>
      <p:sp>
        <p:nvSpPr>
          <p:cNvPr id="40" name="footer-7-rule">
            <a:extLst xmlns:a="http://schemas.openxmlformats.org/drawingml/2006/main">
              <a:ext uri="{FF2B5EF4-FFF2-40B4-BE49-F238E27FC236}">
                <a16:creationId xmlns:a16="http://schemas.microsoft.com/office/drawing/2014/main" id="{8E8E828A-56CF-41E2-81D9-1D5C3964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B08584-A00F-4D28-A660-9E8C3281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Источники: docs/USE_CASES.RU.md · scripts/full_tunnel_netns_test.sh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6A46DC-8814-4E44-9C8C-2E11675D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10 / 15</a:t>
            </a:r>
          </a:p>
        </p:txBody>
      </p:sp>
    </p:spTree>
    <p:extLst>
      <p:ext uri="{BB962C8B-B14F-4D97-AF65-F5344CB8AC3E}">
        <p14:creationId xmlns:p14="http://schemas.microsoft.com/office/powerpoint/2010/main" val="169407027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7A140BB-4352-4962-A1FE-99A230C0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A3B647CE-FAC5-42FC-AAF6-6B8762E9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89088D3D-F6B9-4421-AE52-86B8C61B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СЦЕНАРИИ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39B80-CBB2-4CFC-9EFC-9A44D5D9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0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Одна примитивная операция — разные рабочие инструменты.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B6A54-F4BF-47EF-9E10-BF9BBBFA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4A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52CBE-9F9C-4526-BEAD-863E90A6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66CF3-D647-4143-931D-B8D5A10A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76482-9F93-4021-86AE-49338575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OpenSSH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3867A-38BB-4A09-B99E-ADD75F02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ProxyCommand / :2222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86CAB8-E37C-44BB-880F-9117FBA4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5D91B-5686-4E4C-BA31-5B33A538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939606-76C2-4D14-B081-76320507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14E2B1-AC9A-4D42-90A3-735C970C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2B3329-99FB-489A-BCA9-85149BAE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PostgreSQL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83CD08-E304-47A4-A789-E6B38F8F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:15432 → :5432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0E21F7-22E5-4F33-A5E7-A170FED4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4C324-0756-48B3-8E52-70C050CE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DB16F5-45A5-4066-8D01-2A89F847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2C4943-F015-4360-90E0-D93BE3E7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B55576-CFAF-4149-9CAC-C6F668C3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RDP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089089-D362-4703-A74A-BE4B2281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:13389 → :3389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6BF6CA-56DA-4A3F-BB68-014905C9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BA5961-9101-47BB-90A2-E51E4BB4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6B697-983C-44B7-92A5-8A9320EF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2AE066-34E0-43FA-8FAC-B0073F47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55467C-E5B7-4E70-8B17-6AFDF397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SOCKS5h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17D356-594F-458F-9583-1D9B6378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remote DNS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DA048A-7F55-4B7A-BB31-92DC0CBB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32E9C5-7368-456A-8069-146D28A1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SOCKS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3F9847-63F2-4967-BFDD-932381BC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075531-691D-475C-BF02-D7F64AFA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D5664B-5367-4F20-AB87-EE53D6C3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OpenVPN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F9A5F0-7B17-41A8-9B4C-CE31156B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tcp-client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7EBB57-9D0A-4895-90B1-DAA6305C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5C8509-BACD-44BF-8290-C1AB8248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STREAM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3097E-A791-488F-9AA8-DB60E050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D29070-D095-495F-8A2C-2F2F827B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919988-C0AA-4540-B18D-8FE8A973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181875-261D-4190-B8F3-FD4CA8B6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full Internet tunnel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C49194-D167-40E0-B162-27351D89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1E756E-5326-4A22-B210-650E460F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UDP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4CC92F-0D22-4EC7-B259-F44DF097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D484D1B-B0F8-40D0-AED0-ECD59815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1051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Logical port выбирает P2P-сервис; он не обязан совпадать с локальным TCP/UDP-портом.</a:t>
            </a:r>
          </a:p>
        </p:txBody>
      </p:sp>
      <p:sp>
        <p:nvSpPr>
          <p:cNvPr id="44" name="footer-8-rule">
            <a:extLst xmlns:a="http://schemas.openxmlformats.org/drawingml/2006/main">
              <a:ext uri="{FF2B5EF4-FFF2-40B4-BE49-F238E27FC236}">
                <a16:creationId xmlns:a16="http://schemas.microsoft.com/office/drawing/2014/main" id="{4AE08FA0-2084-4B73-83D3-E4FA3068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E516D1-F2B2-46F1-924D-87AFF830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Источник: docs/USE_CASES.RU.md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C9FD00-6EFE-417E-B9B7-A136A6F1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11 / 15</a:t>
            </a:r>
          </a:p>
        </p:txBody>
      </p:sp>
    </p:spTree>
    <p:extLst>
      <p:ext uri="{BB962C8B-B14F-4D97-AF65-F5344CB8AC3E}">
        <p14:creationId xmlns:p14="http://schemas.microsoft.com/office/powerpoint/2010/main" val="47604112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B07C83F8-35CC-4391-A056-096A4AC8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9-marker">
            <a:extLst xmlns:a="http://schemas.openxmlformats.org/drawingml/2006/main">
              <a:ext uri="{FF2B5EF4-FFF2-40B4-BE49-F238E27FC236}">
                <a16:creationId xmlns:a16="http://schemas.microsoft.com/office/drawing/2014/main" id="{79B5C69F-A671-4490-81EB-9FA80AE2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9-label">
            <a:extLst xmlns:a="http://schemas.openxmlformats.org/drawingml/2006/main">
              <a:ext uri="{FF2B5EF4-FFF2-40B4-BE49-F238E27FC236}">
                <a16:creationId xmlns:a16="http://schemas.microsoft.com/office/drawing/2014/main" id="{F75DA4FE-0EDB-401D-AFF2-E1B7564D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ДОСТАВКА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F7D0-E644-40E1-ACE5-A7BD8985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0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Одна команда установки; четыре поверхности доставки.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D9C43F-7200-4693-B752-0E4F63F1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4861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2D3A4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BAE11-F0B6-42C0-A462-138B7525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VERIFIED DEPLOY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25FF5A-7A89-4534-BB4A-08B93DD8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4F0E8"/>
                </a:solidFill>
                <a:latin typeface="Menlo"/>
                <a:ea typeface="Menlo"/>
                <a:cs typeface="Menlo"/>
              </a:rPr>
              <a:t>curl -fsSL …/deploy.sh |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9B6446-24CC-48FE-9C7C-9950F464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302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2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B12FF9-21AF-4EBA-A873-CADB39D5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480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36E735-EB81-4E11-8619-54913795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определяет OS + 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600E90-3D55-4582-8AE0-3EC3A7C3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481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539C6F-AE2C-4015-8894-76D85C76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52875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скачивает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74785-F19C-4346-A28E-8D8A5A9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481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31794-743D-4420-B21C-7A9EA3D2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проверяет SHA256SUMS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4A400F-D4D5-4DDF-B8B5-1E3F4742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82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86D49-BB98-4E85-B3AC-83DF3759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ставит p2p-nc + pnc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F5A1E-399D-485E-AC4B-3CC2D7AB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9095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FCDA3-D315-4164-B667-CE2D9520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85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D35339-CBA2-431B-B479-F4F9435D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A2B26-7C33-465E-9268-84C92846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3F0293-DE5E-4B09-84B6-425B4995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244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12023C-A2B0-48D0-A0AF-5BDA2B94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76450"/>
            <a:ext cx="4381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E25E9F-51B1-4993-A7D8-46C61AF3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479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RELEASE BINARIES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57D98F-9C1B-422E-AD99-C0BDDAA5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Linux · macOS · Windows · Android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amd64 / arm64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EA58F4-220A-4199-8561-8067EAD8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52800"/>
            <a:ext cx="4381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1AD9FE-DCD7-4A21-A38C-9A98F68E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2425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GHCR CONTAINER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565619-CC54-474D-88C1-265A8B6E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2905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5C2FF"/>
                </a:solidFill>
                <a:latin typeface="Menlo"/>
                <a:ea typeface="Menlo"/>
                <a:cs typeface="Menlo"/>
              </a:rPr>
              <a:t>ghcr.io/santaklouse/go-p2p-netcat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5C2FF"/>
                </a:solidFill>
                <a:latin typeface="Menlo"/>
                <a:ea typeface="Menlo"/>
                <a:cs typeface="Menlo"/>
              </a:rPr>
              <a:t>non-root · /config identity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1C0984-C5DB-41D9-B2C5-D6EA96E7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29150"/>
            <a:ext cx="4381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78BACE-4361-4A80-9CD2-FC6B167D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006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GO INSTALL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C025C7-7BA1-429D-B75A-29415E74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054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cmd/p2p-nc + cmd/pnc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CGO не требуется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EFF761-940A-4074-9902-D6319B0B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76450"/>
            <a:ext cx="2057400" cy="35433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11D27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CFFDBD-2C99-4BB6-88AC-59B833E0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3050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BROWSER PWA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BD54BD-DF78-46DB-AFBB-71A7FC1D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81300"/>
            <a:ext cx="1600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Static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8A0AF7-B51E-47BE-A5CB-982C5676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23850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GitHub Pages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F0D9BC-F7C4-4418-BDC5-1A0EDA34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29050"/>
            <a:ext cx="1600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5584BE-0BBE-44E4-A4D1-AB104FC1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95750"/>
            <a:ext cx="1600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React UI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Web Worker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IndexedDB routes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Native WebRTC</a:t>
            </a:r>
          </a:p>
        </p:txBody>
      </p:sp>
      <p:sp>
        <p:nvSpPr>
          <p:cNvPr id="37" name="footer-9-rule">
            <a:extLst xmlns:a="http://schemas.openxmlformats.org/drawingml/2006/main">
              <a:ext uri="{FF2B5EF4-FFF2-40B4-BE49-F238E27FC236}">
                <a16:creationId xmlns:a16="http://schemas.microsoft.com/office/drawing/2014/main" id="{1969D28D-434B-4A15-B58B-53371AB6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CBC82C-707B-4BD2-A041-D868D8A3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Источники: README.RU.md · docs/INSTALLATION.RU.md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79D0D4-545E-43C2-8E85-CC8A8B1E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12 / 15</a:t>
            </a:r>
          </a:p>
        </p:txBody>
      </p:sp>
    </p:spTree>
    <p:extLst>
      <p:ext uri="{BB962C8B-B14F-4D97-AF65-F5344CB8AC3E}">
        <p14:creationId xmlns:p14="http://schemas.microsoft.com/office/powerpoint/2010/main" val="35691644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9D7C0021-D827-4472-B1BF-D2BC11E5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82BA6B34-FF09-49CE-B846-B7049178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6A46C318-DBCF-4F63-970D-4C83D810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НАДЁЖНОСТЬ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FC033-E064-453E-8DF8-DC58D204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9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Тесты бьют по тем границам отказа, которые создаёт архитектура.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40D16-3A7F-4619-818F-4A6FDD43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143250" cy="35433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2D3A4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68A19D-57CA-4B02-906B-4CBC1B41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NATIVE WEBRTC SOAK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D67F8-4523-462F-A79E-F217837C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571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60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486718-3D06-4360-82FB-00EB6E90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итераций workload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7DCC7B-89CB-4FFA-9E6D-4AE46698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257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2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B1C46-80B9-40A4-91DA-FE54A652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1 152 МиБ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8EFD25-C5BD-4641-A000-ED39BE74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0"/>
            <a:ext cx="2571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transferredBytes в свежем JSON-отчёте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10D10-AC12-48AB-A973-2E50D10E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2571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Pion DataChannel · SHA-256 · reconnect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BB767-E81E-4514-AA27-9ABF86AF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76450"/>
            <a:ext cx="3524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CI COVERAGE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C4FDD-A911-471F-AE75-ECAC617C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003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8B881F-98F0-4218-B311-6D0F03E4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003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Go 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51B3F2-7746-43C7-843C-D7899B9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574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Linux · macOS · Windows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EEAB1F-2020-4B8C-94B4-C49A376B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622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1A5CE2-5BC7-45B7-B87D-B86DD8D0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E0DA3D-A488-4D5F-AC06-E051B309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480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Race detector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EF6F1A-D3D9-41FD-825E-1F892BD7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051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Linux · ./...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43B314-D7DA-4AC5-B59C-016ADFBF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099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B004FD-10AA-4451-B2CF-97B042C2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957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190F85-54BD-432D-9574-42F90A35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Full tunnel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5C33EB-A82E-4BAF-88D5-D75A0B46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528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2 NAT + WireGuard + HTTP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582403-B298-4119-9E37-CB3108BB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576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5F4DA5-E855-4AA8-9EA6-803AABE2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434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F849AE-F404-4EDB-A390-5FE9BDF3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Docker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D468AD-5EF0-4163-AE7A-E66732DE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6005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buildx + runtime checks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97571E-AE1E-4ECF-915D-9CDE316F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053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6A41CC-2F31-442F-AAAC-7C5A45E6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911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4DC937-0FDA-46CD-A04C-B5D3C773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WebRTC soak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497AFF-4704-493A-B246-76F2E603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482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weekly Ubuntu + macOS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7FF53D-D1CD-43FF-88DF-85F0EAB4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5530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6DE772-D3E7-4981-92A2-E32DD40E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6576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B86465-B763-4A3B-822F-B3C8F821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05050"/>
            <a:ext cx="3200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ЧТО SOAK НЕ ДОКАЗЫВАЕТ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81B1F8-138E-41D0-82AD-3878C4CA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1DE144-ED2B-4A27-9B42-A851FF56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86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доступность публичных Nostr/tracker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F18F66-2631-46C5-8E28-B1C58AE6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48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277E7D-484B-41A1-BC8C-679F8065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5277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межконтинентальную latency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14E075-9577-44F3-A443-E4FB2388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14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1C2A95-8992-4995-9559-BC69073A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195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все типы NAT и firewall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20B8AA-ABB2-45C8-AB2F-16D72A2A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814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7AA006-DEB1-44EE-AD96-08A9EF9F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8622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фоновые вкладки и сон браузера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3D22FCA-10EE-43A2-A2A2-7E22B67C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48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F92D7C3-E42D-4D34-AC78-0741CFED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529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100% соединений без relay</a:t>
            </a:r>
          </a:p>
        </p:txBody>
      </p:sp>
      <p:sp>
        <p:nvSpPr>
          <p:cNvPr id="46" name="footer-10-rule">
            <a:extLst xmlns:a="http://schemas.openxmlformats.org/drawingml/2006/main">
              <a:ext uri="{FF2B5EF4-FFF2-40B4-BE49-F238E27FC236}">
                <a16:creationId xmlns:a16="http://schemas.microsoft.com/office/drawing/2014/main" id="{3F142E8F-BC93-48DC-B73A-EA853BE4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606C50-FEC2-4E22-9A72-AFD67DB0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Источники: cmd/webrtc-soak · .github/workflows/ci.yml · webrtc-soak.yml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40E784-9AA1-4C74-A94A-0420FC6C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13 / 15</a:t>
            </a:r>
          </a:p>
        </p:txBody>
      </p:sp>
    </p:spTree>
    <p:extLst>
      <p:ext uri="{BB962C8B-B14F-4D97-AF65-F5344CB8AC3E}">
        <p14:creationId xmlns:p14="http://schemas.microsoft.com/office/powerpoint/2010/main" val="199299353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FD8BB610-4CE7-49FA-9885-3FCD0A09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ADFA2D44-7EF6-4496-B83D-F96D1328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4FFB54E0-79C8-4408-95EB-57276A16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КОМАНДЫ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15E92-F217-4D82-B7AE-DFA7E9F5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150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Три пары команд закрывают самые ценные сценарии.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A0255-ED40-4588-B65D-48F71678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52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Во всех примерах используется документационный PeerId и реальные порты.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AB129-7A24-41E5-BE3D-86E11373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9E4DA"/>
          </a:solidFill>
          <a:ln xmlns:a="http://schemas.openxmlformats.org/drawingml/2006/main" w="9525">
            <a:solidFill>
              <a:srgbClr val="CFC7B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47BC51-F14E-4A59-83C7-FA54BEFE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50C1E-8BFD-4584-81D6-D8480C24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1051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SSH ЧЕРЕЗ ЛОКАЛЬНЫЙ ПОРТ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1CB9E8-0224-4C8F-AE39-B84A0621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1051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server$ p2p-nc -l -k -d 127.0.0.1 -p 22 22022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p2p-nc -p 2222 12D3KooWQ3uxpHgjDKE6vGmvzKS8RPbxUDLwJ7XCLaD6YXdUfbR9 22022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ssh -p 2222 alice@127.0.0.1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521469-5C3B-4015-8955-3ECE24F0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9E4DA"/>
          </a:solidFill>
          <a:ln xmlns:a="http://schemas.openxmlformats.org/drawingml/2006/main" w="9525">
            <a:solidFill>
              <a:srgbClr val="CFC7B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DDC8D-0039-420D-BE38-8287B088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3F41BF-AE60-4F98-8712-9C7C5405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1051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5C2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5C2FF"/>
                </a:solidFill>
                <a:latin typeface="Avenir Next"/>
                <a:ea typeface="Avenir Next"/>
                <a:cs typeface="Avenir Next"/>
              </a:rPr>
              <a:t>TCP PORT-FORWARDING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6A197-EA95-4951-A3F4-74D86229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10515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server$ p2p-nc -l -k -d 127.0.0.1 -p 5432 25432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p2p-nc -p 15432 12D3KooWQ3uxpHgjDKE6vGmvzKS8RPbxUDLwJ7XCLaD6YXdUfbR9 25432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BB7A8F-A9E0-46A7-A036-160B4317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9E4DA"/>
          </a:solidFill>
          <a:ln xmlns:a="http://schemas.openxmlformats.org/drawingml/2006/main" w="9525">
            <a:solidFill>
              <a:srgbClr val="CFC7B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24B50-5EA1-41A8-BF06-B1C79E8B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44A6C0-F609-4C47-85DE-BC088CF9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1051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B454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454"/>
                </a:solidFill>
                <a:latin typeface="Avenir Next"/>
                <a:ea typeface="Avenir Next"/>
                <a:cs typeface="Avenir Next"/>
              </a:rPr>
              <a:t>WIREGUARD CARRIER ДЛЯ FULL TUNNEL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894BBF-AA75-46E0-99BD-AAE39B5A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105156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server$ p2p-nc -u -l -k -d 127.0.0.1 -p 51820 35182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sudo wireguard-full-tunnel.sh -- /usr/local/bin/p2p-nc -u --udp-idle-timeout 0 \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          -p 15182 12D3KooWQ3uxpHgjDKE6vGmvzKS8RPbxUDLwJ7XCLaD6YXdUfbR9 35182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sudo wg-quick up wg0</a:t>
            </a:r>
          </a:p>
        </p:txBody>
      </p:sp>
      <p:sp>
        <p:nvSpPr>
          <p:cNvPr id="18" name="footer-11-rule">
            <a:extLst xmlns:a="http://schemas.openxmlformats.org/drawingml/2006/main">
              <a:ext uri="{FF2B5EF4-FFF2-40B4-BE49-F238E27FC236}">
                <a16:creationId xmlns:a16="http://schemas.microsoft.com/office/drawing/2014/main" id="{658A39E6-D576-49B6-956F-34287177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9B4AD2-27D1-4766-ADED-E105B073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Источник: docs/USE_CASES.RU.md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A375C6-3676-4665-B3AD-E1A38499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14 / 15</a:t>
            </a:r>
          </a:p>
        </p:txBody>
      </p:sp>
    </p:spTree>
    <p:extLst>
      <p:ext uri="{BB962C8B-B14F-4D97-AF65-F5344CB8AC3E}">
        <p14:creationId xmlns:p14="http://schemas.microsoft.com/office/powerpoint/2010/main" val="137930582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1326F830-E108-4FAA-B8FB-A3D66755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CBCE37C5-2150-46A2-9723-68D674ED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0A25F2E1-6D50-4273-B99D-AB41E3E9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ВЫБОР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744A2-CCA0-4453-9B8C-07C1CB07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619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Используйте p2p-netcat,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когда identity должна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жить дольше адреса.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A1570-033F-46E6-9158-1A57F0A8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81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PeerId — стабильная точка входа. Route race и fallback — механизм доставки.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33B06-544E-4AC9-B1D1-5BD0FEE5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4F15C6-5AD4-4FBD-8C09-4E9D643A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5353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github.com/santaklouse/go-p2p-netcat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A2B95-2382-44E0-99AD-D43A7A84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990600"/>
            <a:ext cx="9525" cy="470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6DB55-C015-4CFA-8DE7-4E2DB434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0668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ХОРОШО ПОДХОДИТ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86C0E9-D65F-4A11-B730-289A10F5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6EBD6-88E9-45DE-AC7E-7F914119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0017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доступ к домашним/edge-хостам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5D3814-1858-4429-9DAA-6C38AAA7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62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2BC442-52BC-4971-AA59-3C52234A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5737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SSH и закрытые TCP-сервисы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88F073-98E5-4B97-BCD2-31972617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193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32D46B-A931-4E7C-8A7C-41F9A8E9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1457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UDP/WireGuard через NAT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5132-289B-4A0E-8C8C-83ED2B4F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765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38949B-B6A1-4D00-A758-5AF2C227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7177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временные туннели без control plane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BE05C-AE63-487D-8D6E-55116E99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766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НУЖЕН ПЛАН 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99517-17F6-4E3E-B65D-55EF4216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148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557EA-8362-4C4E-BA88-5290977A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1002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symmetric NAT или UDP blocked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625D9B-A8F1-4F15-9AD8-E70BF2C7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720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ACA4D5-8500-4907-8E17-20060F76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6722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гарантированный enterprise ingress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D1DA86-F243-4F69-A59D-4F6A66C2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292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C9A36B-9E38-4EC7-8395-DD01B515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неподдерживаемый SOCKS UDP ASSOCIATE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D97076-AC67-404D-BDC2-DE03D88B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626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FFB454"/>
                </a:solidFill>
                <a:latin typeface="Menlo"/>
                <a:ea typeface="Menlo"/>
                <a:cs typeface="Menlo"/>
              </a:rPr>
              <a:t>TURN · Circuit Relay v2 · доступный TCP/WSS route</a:t>
            </a:r>
          </a:p>
        </p:txBody>
      </p:sp>
      <p:sp>
        <p:nvSpPr>
          <p:cNvPr id="26" name="footer-12-rule">
            <a:extLst xmlns:a="http://schemas.openxmlformats.org/drawingml/2006/main">
              <a:ext uri="{FF2B5EF4-FFF2-40B4-BE49-F238E27FC236}">
                <a16:creationId xmlns:a16="http://schemas.microsoft.com/office/drawing/2014/main" id="{FEEE104D-5164-4401-A226-C271DC83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724FD8-BDE1-4015-81B2-D6547F4C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Источники: docs/ARCHITECTURE.RU.md · docs/WEBRTC_MIGRATION.RU.md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2F7AA5-5817-45AA-8E24-C5C7E0D7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15 / 15</a:t>
            </a:r>
          </a:p>
        </p:txBody>
      </p:sp>
    </p:spTree>
    <p:extLst>
      <p:ext uri="{BB962C8B-B14F-4D97-AF65-F5344CB8AC3E}">
        <p14:creationId xmlns:p14="http://schemas.microsoft.com/office/powerpoint/2010/main" val="12665033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2026-08-05T09:40:30.5740000Z</dcterms:created>
  <dcterms:modified xsi:type="dcterms:W3CDTF">2026-08-05T09:40:30.5740000Z</dcterms:modified>
</coreProperties>
</file>